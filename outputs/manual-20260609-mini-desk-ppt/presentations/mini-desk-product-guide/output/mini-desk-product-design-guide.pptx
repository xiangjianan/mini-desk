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205e3fcd764866" /><Relationship Type="http://schemas.openxmlformats.org/officeDocument/2006/relationships/extended-properties" Target="/docProps/app.xml" Id="R404c8706776747b6" /><Relationship Type="http://schemas.openxmlformats.org/officeDocument/2006/relationships/officeDocument" Target="/ppt/presentation.xml" Id="R937d1031908541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5107b3ae584aa5"/>
  </p:sldMasterIdLst>
  <p:notesMasterIdLst>
    <p:notesMasterId xmlns:r="http://schemas.openxmlformats.org/officeDocument/2006/relationships" r:id="Rd5937f4584354a9f"/>
  </p:notesMasterIdLst>
  <p:sldIdLst>
    <p:sldId xmlns:r="http://schemas.openxmlformats.org/officeDocument/2006/relationships" id="256" r:id="R1e21644073574772"/>
    <p:sldId xmlns:r="http://schemas.openxmlformats.org/officeDocument/2006/relationships" id="257" r:id="R09b5f8c6812d4b85"/>
    <p:sldId xmlns:r="http://schemas.openxmlformats.org/officeDocument/2006/relationships" id="258" r:id="R8122c02168c04c28"/>
    <p:sldId xmlns:r="http://schemas.openxmlformats.org/officeDocument/2006/relationships" id="259" r:id="R9a3f3c905b784427"/>
    <p:sldId xmlns:r="http://schemas.openxmlformats.org/officeDocument/2006/relationships" id="260" r:id="Re333fc4841c9451b"/>
    <p:sldId xmlns:r="http://schemas.openxmlformats.org/officeDocument/2006/relationships" id="261" r:id="R73a66f7776b14981"/>
    <p:sldId xmlns:r="http://schemas.openxmlformats.org/officeDocument/2006/relationships" id="262" r:id="Re6a08bc335c4411b"/>
    <p:sldId xmlns:r="http://schemas.openxmlformats.org/officeDocument/2006/relationships" id="263" r:id="Ra4a6d38a577e4f45"/>
    <p:sldId xmlns:r="http://schemas.openxmlformats.org/officeDocument/2006/relationships" id="264" r:id="R28a8249158c7430e"/>
    <p:sldId xmlns:r="http://schemas.openxmlformats.org/officeDocument/2006/relationships" id="265" r:id="Re4ac8899926b47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20f29263ea49a7" /><Relationship Type="http://schemas.openxmlformats.org/officeDocument/2006/relationships/slideMaster" Target="/ppt/slideMasters/slideMaster1.xml" Id="R235107b3ae584aa5" /><Relationship Type="http://schemas.openxmlformats.org/officeDocument/2006/relationships/notesMaster" Target="/ppt/notesMasters/notesMaster1.xml" Id="Rd5937f4584354a9f" /><Relationship Type="http://schemas.openxmlformats.org/officeDocument/2006/relationships/presProps" Target="/ppt/presProps.xml" Id="Ra0b5f7ea17ea4660" /><Relationship Type="http://schemas.openxmlformats.org/officeDocument/2006/relationships/viewProps" Target="/ppt/viewProps.xml" Id="Ra9f76cae076f43e0" /><Relationship Type="http://schemas.openxmlformats.org/officeDocument/2006/relationships/tableStyles" Target="/ppt/tableStyles.xml" Id="Rec5f03270de441f6" /><Relationship Type="http://schemas.openxmlformats.org/officeDocument/2006/relationships/slide" Target="/ppt/slides/slide1.xml" Id="R1e21644073574772" /><Relationship Type="http://schemas.openxmlformats.org/officeDocument/2006/relationships/slide" Target="/ppt/slides/slide2.xml" Id="R09b5f8c6812d4b85" /><Relationship Type="http://schemas.openxmlformats.org/officeDocument/2006/relationships/slide" Target="/ppt/slides/slide3.xml" Id="R8122c02168c04c28" /><Relationship Type="http://schemas.openxmlformats.org/officeDocument/2006/relationships/slide" Target="/ppt/slides/slide4.xml" Id="R9a3f3c905b784427" /><Relationship Type="http://schemas.openxmlformats.org/officeDocument/2006/relationships/slide" Target="/ppt/slides/slide5.xml" Id="Re333fc4841c9451b" /><Relationship Type="http://schemas.openxmlformats.org/officeDocument/2006/relationships/slide" Target="/ppt/slides/slide6.xml" Id="R73a66f7776b14981" /><Relationship Type="http://schemas.openxmlformats.org/officeDocument/2006/relationships/slide" Target="/ppt/slides/slide7.xml" Id="Re6a08bc335c4411b" /><Relationship Type="http://schemas.openxmlformats.org/officeDocument/2006/relationships/slide" Target="/ppt/slides/slide8.xml" Id="Ra4a6d38a577e4f45" /><Relationship Type="http://schemas.openxmlformats.org/officeDocument/2006/relationships/slide" Target="/ppt/slides/slide9.xml" Id="R28a8249158c7430e" /><Relationship Type="http://schemas.openxmlformats.org/officeDocument/2006/relationships/slide" Target="/ppt/slides/slide10.xml" Id="Re4ac8899926b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bc2838a260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54127d65294717" /><Relationship Type="http://schemas.openxmlformats.org/officeDocument/2006/relationships/notesMaster" Target="/ppt/notesMasters/notesMaster1.xml" Id="R06a111890aee4d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583a4ef9844869" /><Relationship Type="http://schemas.openxmlformats.org/officeDocument/2006/relationships/notesMaster" Target="/ppt/notesMasters/notesMaster1.xml" Id="R4f01ea43848549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dbd553d3134785" /><Relationship Type="http://schemas.openxmlformats.org/officeDocument/2006/relationships/notesMaster" Target="/ppt/notesMasters/notesMaster1.xml" Id="R5f5905c34d2d41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6ea65e282c4adc" /><Relationship Type="http://schemas.openxmlformats.org/officeDocument/2006/relationships/notesMaster" Target="/ppt/notesMasters/notesMaster1.xml" Id="R9af298de002049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68146d3cc4448c" /><Relationship Type="http://schemas.openxmlformats.org/officeDocument/2006/relationships/notesMaster" Target="/ppt/notesMasters/notesMaster1.xml" Id="R7118e5b1805341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e01bc725df4e32" /><Relationship Type="http://schemas.openxmlformats.org/officeDocument/2006/relationships/notesMaster" Target="/ppt/notesMasters/notesMaster1.xml" Id="R92704d5732cf46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18f5fa0adb4f01" /><Relationship Type="http://schemas.openxmlformats.org/officeDocument/2006/relationships/notesMaster" Target="/ppt/notesMasters/notesMaster1.xml" Id="Rdb6176d8876e45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c2a6519c154d34" /><Relationship Type="http://schemas.openxmlformats.org/officeDocument/2006/relationships/notesMaster" Target="/ppt/notesMasters/notesMaster1.xml" Id="R9d3c6c1a8a2c42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bc8dc625694d7c" /><Relationship Type="http://schemas.openxmlformats.org/officeDocument/2006/relationships/notesMaster" Target="/ppt/notesMasters/notesMaster1.xml" Id="Rcbee68330ad247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ef7d6b849d4da4" /><Relationship Type="http://schemas.openxmlformats.org/officeDocument/2006/relationships/notesMaster" Target="/ppt/notesMasters/notesMaster1.xml" Id="R4fd02fbdef894c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b73a6c87e47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6e378f01a34ca3" /><Relationship Type="http://schemas.openxmlformats.org/officeDocument/2006/relationships/slideLayout" Target="/ppt/slideLayouts/slideLayout1.xml" Id="R5270b752443b4f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0b752443b4f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a303e40544080" /><Relationship Type="http://schemas.openxmlformats.org/officeDocument/2006/relationships/image" Target="/ppt/media/image.png" Id="Raaefa002eabb4fec" /><Relationship Type="http://schemas.openxmlformats.org/officeDocument/2006/relationships/notesSlide" Target="/ppt/notesSlides/notesSlide1.xml" Id="Ra8ddaff4da9649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c4b87498546d2" /><Relationship Type="http://schemas.openxmlformats.org/officeDocument/2006/relationships/notesSlide" Target="/ppt/notesSlides/notesSlide2.xml" Id="Rd722adb07b5b40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86a80a5dc4201" /><Relationship Type="http://schemas.openxmlformats.org/officeDocument/2006/relationships/notesSlide" Target="/ppt/notesSlides/notesSlide3.xml" Id="R3064ec28c51841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c4ac123c94b9d" /><Relationship Type="http://schemas.openxmlformats.org/officeDocument/2006/relationships/notesSlide" Target="/ppt/notesSlides/notesSlide4.xml" Id="R0374a0e1d891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5ca33c909410a" /><Relationship Type="http://schemas.openxmlformats.org/officeDocument/2006/relationships/notesSlide" Target="/ppt/notesSlides/notesSlide5.xml" Id="Rbb0e031c557342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72f5b58fa4390" /><Relationship Type="http://schemas.openxmlformats.org/officeDocument/2006/relationships/notesSlide" Target="/ppt/notesSlides/notesSlide6.xml" Id="R9d3fbd9df13542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3b07705434196" /><Relationship Type="http://schemas.openxmlformats.org/officeDocument/2006/relationships/notesSlide" Target="/ppt/notesSlides/notesSlide7.xml" Id="Ra8f5b563b8c241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8e02d65bb4571" /><Relationship Type="http://schemas.openxmlformats.org/officeDocument/2006/relationships/notesSlide" Target="/ppt/notesSlides/notesSlide8.xml" Id="R06986a8bd277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98054019240a1" /><Relationship Type="http://schemas.openxmlformats.org/officeDocument/2006/relationships/image" Target="/ppt/media/image2.png" Id="R7d5eb5bd383f4188" /><Relationship Type="http://schemas.openxmlformats.org/officeDocument/2006/relationships/notesSlide" Target="/ppt/notesSlides/notesSlide9.xml" Id="R9c5d56b171344c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b8330d10145d2" /><Relationship Type="http://schemas.openxmlformats.org/officeDocument/2006/relationships/notesSlide" Target="/ppt/notesSlides/notesSlide10.xml" Id="R17f1a049fec64c0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3BADB9-AD23-432B-82F3-CC3F6930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C00E4C2-BA04-40B1-B441-69FFB6C5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381A91-1965-45B4-B364-6DD0905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PRODUCT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40E85-618A-47DF-A259-7EC4E23A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Mini Desk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FC2A2-E4FC-45B6-9DB7-B6E7D1F0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334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5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本地优先的个人桌面工作台，把临时素材和下一步动作放进同一视野。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66812-34A1-4692-BA5B-6452FAF3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B552B-57A8-45D9-88BF-F68F83FB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68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截图、便签、快捷动作、提醒事项、工作空间与工具集中在单页桌面。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57932-B8DC-468A-B6C5-8BDCA8BD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6FAF3-FE2C-481C-A587-BEADD6E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68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默认不依赖后端，状态保存在 localStorage，图片原文保存在 IndexedDB。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3642E-1E9A-4341-A3D2-6B5A7481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9A226-BC6E-4B4B-AD4D-77B70884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8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移动端明确提示回到桌面，避免把复杂看板压缩成低效体验。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14240-E6C4-4B74-9FB1-DA891A76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E8F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441D8-0D15-4EA2-A6B6-21F99404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Vue 3 + TypeScript + Vite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D441A-0786-4644-B85F-4597B9B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48250"/>
            <a:ext cx="1295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6E54A-F900-46E9-8350-6816A09B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114925"/>
            <a:ext cx="102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Local-first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4401D-7A12-4059-BA3F-81B562E6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FFF4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F3448-9623-4A79-BEED-ACBCF73C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149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6A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A6A00"/>
                </a:solidFill>
                <a:latin typeface="PingFang SC"/>
                <a:ea typeface="PingFang SC"/>
                <a:cs typeface="PingFang SC"/>
              </a:rPr>
              <a:t>Desktop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03750-39E5-4DD7-B8BE-D3F0E442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62000"/>
            <a:ext cx="5219700" cy="3409950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8BD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fa002eabb4fec"/>
          <a:stretch xmlns:a="http://schemas.openxmlformats.org/drawingml/2006/main"/>
        </p:blipFill>
        <p:spPr>
          <a:xfrm xmlns:a="http://schemas.openxmlformats.org/drawingml/2006/main">
            <a:off x="6534150" y="931069"/>
            <a:ext cx="4914900" cy="3071813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E0528-BEE0-4943-B64E-0D5146D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首屏证据：四栏工作台 + 工作空间 Tab + 顶部状态与设置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F269A-5665-4EFA-BB89-D27C33AB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FF6FB1-C3E3-421F-AEAB-D4C22C5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主工作区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3E01E-0FD1-4C02-BCA6-EA0F1678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769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图片 / 快捷动作 / 提醒 / 工作空间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1F285-FCB3-4D8D-AB1B-2A1543A3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D1B58-C9FC-49AD-8954-10A5C728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默认后端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F31D8-0FD2-41EC-A1DD-A222EB8D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769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个人数据留在浏览器站点内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87C9E0-7181-4D2F-AFB4-20B60A78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72050"/>
            <a:ext cx="76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4696D0-983B-4864-AE06-EBE4387F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29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存储层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497F1E-9516-4DF5-BF8A-6E136016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769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localStorage 元数据 + IndexedDB 原文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F6BD70-6660-4FCD-A30A-FB8D4AB4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来源：README.md；本地 dev server 截图 http://127.0.0.1:5174/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AE710-66AC-4F5B-8772-088EEDD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5772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B21EF-A632-4237-B2DF-3D076DC9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56D042-96C6-400E-909D-D9B07F70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6AA372-3830-45F0-B2F4-C7F2999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FE6C2-0B39-475A-A6E2-2627FC9E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477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产品价值不是增加入口，而是把“收集、整理、执行”压进同一个桌面循环。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FCD59-CC92-410D-8FBD-FD124F6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30670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EDEC"/>
          </a:solidFill>
          <a:ln xmlns:a="http://schemas.openxmlformats.org/drawingml/2006/main" w="9525">
            <a:solidFill>
              <a:srgbClr val="EB57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CDBAB-BB46-4458-9F1C-7B6C3654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B575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EB575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28310-D046-4BE4-B013-4D1789B3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输入分散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255E3-996B-4306-BDD8-1CA4C196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247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87DE6-CFB4-4378-A538-57CFD356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截图在剪贴板，命令在文档，提醒在清单，临时想法在便签。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A7734-3C11-4ED1-8DBA-D693AD6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1E845-F221-4753-AD62-78106E6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C0D33-08B4-412B-8E9B-C1FFA41E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71700"/>
            <a:ext cx="30670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AAF9F-66F0-4E49-81A2-9BA4EEB3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99B80-99D8-4335-90EC-A2DD46A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574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同屏聚合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32B0A-8852-48A5-9A04-88172707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28950"/>
            <a:ext cx="247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73B83-3E71-4C3C-8E96-CF942F70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766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图床、快捷动作、提醒事项和工作空间并排出现，减少切换。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5EDED-3FF8-4079-88AB-2C814926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48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E0BAB-C023-41EB-B5AC-674DF748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852C5-DA4F-41A9-AF97-91EECA2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30670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7ED77-EEC5-488B-8CF1-E3D508B1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ACCE5-F996-4BC2-AE03-A5947E80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下一步可见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CDB5F-17CD-47F6-AE9F-27B0AC65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2476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3F733-728E-4DEE-B7C5-CDF48B93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星标、截止时间、保存状态和确认气泡暴露执行风险。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D1E02-8340-43E7-BB49-6AED8896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0210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C24A4-D183-4215-B8F0-CA804A18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设计判断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991A3-98DE-4A86-94F0-8F6EFFE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95850"/>
            <a:ext cx="7962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Mini Desk 不追求移动端全功能和云端协作，而是把个人桌面的高频“临时工作”做成低摩擦闭环。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DB988-3353-47EA-83CA-E829C02D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来源：README.md、AGENTS.md、src/state 与 src/components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67B06-8277-4B67-A2AE-77BDD9BD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00967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7FC671-4E4D-4D57-B51C-497DA712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625002-FB81-49D3-8E64-B85CFB13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D3097F-10B8-4D43-BB41-CF89494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DESIGN PRINCIPLES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B58A2-E7E2-4B1F-8107-28DCFC39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620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设计系统围绕四个约束收敛：紧凑、低干扰、本地、可确认。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81D8B-476C-4C20-B6B3-F239D603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紧凑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62D87-BCED-4C8B-A36C-827941A6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3905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46451-3CD7-448C-A888-5CA7AA46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621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四栏桌面布局、可拖动分隔线、Header 可收起。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EABBA-7B66-4DFC-97E7-ADCF5B58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171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1ED02-83FA-4C29-AEA5-E94601E2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6217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重复使用时更像工具台，而不是营销页。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AB663-4525-42B1-AD6B-A5B59A84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1717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87B7C-0091-44D7-B947-20B1471D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低干扰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C4DF0-944B-4290-B758-93007CFA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95600"/>
            <a:ext cx="3905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90EBE-3299-446B-BB7A-365E89F7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575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低对比边框、柔和背景、统一图标尺寸和消息气泡。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1646E-27A4-4C25-8A47-F1EEFFA9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4171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8A923-C0E5-48A5-AA65-C9F57017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反馈足够可见，但不会抢走当前任务。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32588-AACB-495C-BE40-9F334D2C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670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9F617-3CAD-4E60-9408-44A6F537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本地优先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25E91-7678-4610-8C9A-912997B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3905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8672B7-8DD3-4396-A303-BC16ACB1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528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状态与资源分层落在浏览器本地存储。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09F2F-52B1-4ED1-9232-B843939B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4171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ADF9F-596F-4EF9-A3F7-91E7B0E4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5287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个人截图和自定义 GIF 默认不上传。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10046-D396-4471-A209-2DA89EEB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9624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369F4-8C7E-4CE2-AB2A-067CF5A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5AC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25ACB"/>
                </a:solidFill>
                <a:latin typeface="PingFang SC"/>
                <a:ea typeface="PingFang SC"/>
                <a:cs typeface="PingFang SC"/>
              </a:rPr>
              <a:t>可确认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847FB-EBBC-465E-ACE0-C0401BFE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86300"/>
            <a:ext cx="3905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43277-15FE-4265-8BB7-E045CA11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482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删除、导入、清理完成项、取消重点等操作有确认模式。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79869-1CF2-45C5-ADC0-DC4580F1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4171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EB2602-404B-4614-9908-7AD574F1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48225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避免把不可逆动作伪装成轻点一下。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54346-BE44-4354-AC75-2634732A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577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25ACB"/>
          </a:solidFill>
          <a:ln xmlns:a="http://schemas.openxmlformats.org/drawingml/2006/main" w="0">
            <a:solidFill>
              <a:srgbClr val="C25A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D41A3-E7F6-4382-9259-FBA7F112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7048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来自仓库约定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EB1844-2FAD-4B15-82FD-693A2989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525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“紧凑、低干扰、参考 Apple HIG 的桌面工具型 UI”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D0F66E-8402-4BE9-AEE0-96F85652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来源：AGENTS.md 开发约定；README.md 工作台体验与保存逻辑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39B64-AB3F-4B38-B430-D682AE7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40934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D90FC-2488-4589-9FBE-6D141CC3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F471CCF-023C-4E99-A61B-9AC4F53D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38B9AA-7F1D-4CB6-A739-A3A5801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INFORMATION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B3F4-801C-468A-9764-228ABDB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23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信息架构用四栏和工作空间 Tab 固定住日常桌面节奏。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23F91-DFCC-4270-9CD9-4C3D9100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F238F-8AA0-4B08-B613-055589C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图片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30D34-6B49-45D0-AE6B-235BE7B8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90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09188-330F-4BFA-AE2C-1B7A5C75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粘贴截图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拖入图片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预览 / 复制 / 删除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6A517-0CD0-4C40-A872-BF6B3F49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196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5B481-03C2-425A-91FC-66C219E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A873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64C4-DDDC-4F3A-9FE2-8EC1CC77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快捷动作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0A29B-2AB0-4FFF-A3A5-B47C02E3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190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7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A7EA5-A8DE-4319-A4B0-80AA388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623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链接按钮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复制文本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API 请求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标签整理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4D82B-D44F-4CC3-9687-23C7FC9A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196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A873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A8730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C59E2-E270-40AA-AF17-4E5F3D60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118B5-89C5-435C-B470-1FA5360F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提醒事项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1A3A6-9063-48F4-914D-9C1E5AF5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190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8ADBA-E8DC-417A-AC82-9668466A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早中晚分区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今日重点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截止时间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完成进度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61394-A17B-4E30-9F95-1C09F739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A62B3-8DF0-460C-816B-52CE338F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C25A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FDE0A1-FA20-4832-9AD0-585BE2D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工作空间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2C88E-E091-476C-8484-0D97570A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76550"/>
            <a:ext cx="190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A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ED907-9EDB-45E9-B7C8-BCBCBFF6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6230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多空间 Tab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双击重命名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长期文本</a:t>
            </a:r>
          </a:p>
          <a:p xmlns:a="http://schemas.openxmlformats.org/drawingml/2006/main">
            <a:pPr algn="l">
              <a:def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拖拽排序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2C68F-F60C-4E34-BC46-C64A4D10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19600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C25AC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25AC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3E85A-E4FA-4A44-A729-6D6AFB41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57800"/>
            <a:ext cx="9677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0BFE9-F2E9-4A13-8423-9A6888E6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102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跨模块编排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DAD17-413F-4B29-9362-C835B262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7277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App.vue 负责状态编排、导入导出、预览、设置、快捷键、移动端拦截、消息气泡和保存状态。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272F01-E9C7-4A5E-9643-59D2305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 项目结构；src/App.vue；src/components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4BA73-B81F-4CA4-80F0-76DFA08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52043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04B463-404F-407F-B6E1-6F7C855F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B4304F-40CF-4775-9661-EB937223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C25894-0253-4120-809F-D04257BA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USAGE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9D50C-4951-4682-BEB3-7C2E6BC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048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最自然的使用路径从截图开始，最后落到今日重点。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D7C08-AEF5-4248-BCAE-C9230CCA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7D859-94F6-43AF-8CE5-E31D105D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33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粘贴截图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13870-5AB2-4A5A-89E8-C7428E1C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146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在图床区域 Ctrl+V，或把外部图片拖入。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460F7-0EC7-40DE-99CA-0BD2753F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336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6674B-FB8C-4DC0-BE78-C6B52481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25AC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C25ACB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25BEA-EC48-405F-8E65-25AD2113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补充上下文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8EEED-D881-4ADE-AD59-1E347755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在工作空间拆步骤，记录临时判断和下一步。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058F9-D99E-4FC3-8959-57CA5BAA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336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EE685-8BB6-40AF-B232-DD221445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E5296-DB3F-4796-A794-93EA2490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做成快捷动作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738C2-D45F-485F-9EC9-883737D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常用链接、文本片段或 API 请求变成按钮。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59022-9A6C-44DD-99E3-48AFB59B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09699-EC4E-420B-9E14-D02D8D82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67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拆成提醒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27E79-DE22-44DC-969A-622D853A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482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单击空白处新增提醒，回车续写。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4A4C2-1BF1-440E-8841-712E988A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67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7F1C4-887B-4DB3-B885-0D3D7C56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B575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B575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7EAE9F-C763-4702-AF09-7FE3B73F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67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标记重点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BCA08-8889-4F55-9611-05F41A33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482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点亮星标并设置截止时间，自动进入今日重点。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3BA10-0CAA-407C-96F5-51D64E45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672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B87C4-AB11-438D-9203-475B20E1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D1325-D5DE-4089-9E6D-470A82A9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672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清理沉淀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65EB58-C70F-4E22-AB1D-5E8204F3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482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完成项默认隐藏；清理、删除和导入前先确认。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90CAA1-B6D5-481B-AF7F-BDD154C3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0401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3AD5C-1DD6-4A43-A95C-D9688680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38525"/>
            <a:ext cx="942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使用心智：先收住材料，再组织行动；先让高频动作可点击，再把关键任务置顶。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12514-E0C5-46E3-B68B-F0DF5115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 图床、快捷链接、提醒事项、今日重点、保存逻辑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8E473-EF19-4C69-9145-19117452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05886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FB333F-131F-4857-A05A-38E3516E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CDDE61-75A4-4810-81F9-56CC3615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4F4C9F-6E24-466F-A965-18BB06C6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CORE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F6010-09F1-4DFB-9FB1-6E3E54D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33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图床、快捷动作和工具构成“拿来即用”的执行层。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13C89-9CC4-466C-904F-12A2EE8C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143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60C85-2A1F-4572-9674-CEFDBF78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图床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322CE-061D-4179-A798-99050D5B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处理临时视觉证据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6E1A7-C4A7-4B09-8F7F-387C17AA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438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18525-1BE7-4BA0-B31B-0F219CAB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9D51E-C81A-4AEC-ADE4-9D5E9374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Ctrl+V 粘贴截图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4F9FA-EBE7-4F1E-83AB-7C130B97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128F8-FA40-4040-BFEB-0DEA998D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缩略图列表 + 拖拽排序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CECA2-9488-4429-A276-4038B6C7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87920-6C99-49FD-95AC-7A29F470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预览支持缩放、平移、复制、删除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BD1D9-E532-4213-9B69-A9414921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A8D53-C16A-4252-9871-1682F54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快捷动作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CE842-FCBF-485E-B4C6-649E2114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减少重复输入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AFDF1-8123-46C2-A272-2275F7AC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438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47544-DC83-466B-91C7-B2F65149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9391DA-2D56-42EA-B58A-83B44949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480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链接型按钮直接打开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CD3F6-C50C-41F1-8EB4-6ABD1D7B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3769B9-5D6A-465A-A1CD-53CBDD84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243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复制文本支持多行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7280E-D9DF-403A-9B86-8BE5AED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98EC3-27FE-4F5C-8233-98F3A7E1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005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API 请求可配置方法、Header、Body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AF205-D637-4A7B-8345-A0092188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1432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9C5181-CD7F-45EC-8B2B-A834CC9B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880FD9-65B4-47F9-821B-98331D44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补齐桌面小计算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B2EB5-A9C6-4476-9352-3A98C61A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2438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CFAB3B-0E54-4573-80EE-7D9962E0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BE6132-9005-4D34-A37C-FA1F833A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480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计算器与键盘输入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AD37CD-3EE0-4BBC-AFCF-A99091CC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00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176AA4-28F8-4E04-8112-F5355306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2430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进制转换、编解码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7144A-38E0-4C54-BECA-EEBBE7E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CB833-DE51-40E0-BA8D-48A78E3F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取色板与随机密码生成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F2A3B9-129E-482E-ABE5-4B3017AC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986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面向重复工作：截图保存、命令复制、接口调用、颜色/编码/密码等操作不必离开工作台。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680F6C-CC96-4CC2-BCAA-4C546D75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 图床、快捷链接、工具；src/components/ImagePanel.vue、QuickButtons.vue、ToolPanel.vue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E24AB-DA6E-4188-A0A4-CD7C8A1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20956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22AACC-04D3-4528-87B0-E2AFA4DB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FBA69E-CB34-4748-A943-F3F28979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A5F87F6-F956-4D62-939C-B538EE62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REMINDER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CBB7A-29FC-4D5B-87D5-9FBC16C7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096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提醒体系把普通清单升级成按时间和重点组织的行动板。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6C278-C5FE-4CAB-A24A-93E12315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B343D"/>
          </a:solidFill>
          <a:ln xmlns:a="http://schemas.openxmlformats.org/drawingml/2006/main" w="9525">
            <a:solidFill>
              <a:srgbClr val="4650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40EF7-28A2-4147-A544-328C0B1A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早上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ED835-D697-4D8D-B122-B72F5D22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提醒事项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2C265-6238-426B-9B62-831E4153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CD3D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CD3DA"/>
                </a:solidFill>
                <a:latin typeface="PingFang SC"/>
                <a:ea typeface="PingFang SC"/>
                <a:cs typeface="PingFang SC"/>
              </a:rPr>
              <a:t>先收集今日必须处理的输入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BD942-51C5-4F84-9923-1DD8C3C1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669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B343D"/>
          </a:solidFill>
          <a:ln xmlns:a="http://schemas.openxmlformats.org/drawingml/2006/main" w="9525">
            <a:solidFill>
              <a:srgbClr val="4650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05365-64EB-4537-80A6-182D1EAD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中午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9F788-D346-4C5B-838B-F8C06AF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E60F4-1FFC-4B47-A1B8-D1E05D8B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CD3D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CD3DA"/>
                </a:solidFill>
                <a:latin typeface="PingFang SC"/>
                <a:ea typeface="PingFang SC"/>
                <a:cs typeface="PingFang SC"/>
              </a:rPr>
              <a:t>承载推进类任务和发布检查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57198-2C2B-4843-96E0-3C9FAC53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2B343D"/>
          </a:solidFill>
          <a:ln xmlns:a="http://schemas.openxmlformats.org/drawingml/2006/main" w="9525">
            <a:solidFill>
              <a:srgbClr val="4650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A45DA-9BA6-44A2-BA97-2D24873C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955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晚上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BC20E-B63D-4D15-959A-EDDBCB6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194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学习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F0FC2-40A9-418E-8165-3557A66E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CD3D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CD3DA"/>
                </a:solidFill>
                <a:latin typeface="PingFang SC"/>
                <a:ea typeface="PingFang SC"/>
                <a:cs typeface="PingFang SC"/>
              </a:rPr>
              <a:t>留给复盘、沉淀和低压事项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FC074-5D73-4294-B0A2-D9252AE1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933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0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FEC3F-CAA4-4B53-B84E-0CC6CA77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66D3C-F127-40F9-9F5A-56FB821A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67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单击新增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3787E-65F5-431B-A5F5-D4F715A2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rPr>
              <a:t>空白处直接创建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AFFC6-F666-4C36-B97C-75C88232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F15CA-F3C0-4386-AB21-6FFC0331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星标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A64E0-8343-4E70-A906-D22373F5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rPr>
              <a:t>进入今日重点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2F942-A0A5-4A1F-9BEA-3750F96E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EB36A9-AA78-4B6C-BF40-9252708D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67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截止时间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4D156C-49EE-4CD3-B559-AF2F5F94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rPr>
              <a:t>临近 / 超期提示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BF5E5-5029-4FBF-B549-351E3DDF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106D3-6420-4130-A9C9-8A0C8D37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67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C7B38-45B2-4725-9EDF-3BC26514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rPr>
              <a:t>进度 2/5 与隐藏完成项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63648-7BF4-4653-8815-5E63E4CF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A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6A0A5F-138C-41E8-A2B2-9815818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67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确认清理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DF56C2-F4CE-4483-AC60-A724B116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8C0C9"/>
                </a:solidFill>
                <a:latin typeface="PingFang SC"/>
                <a:ea typeface="PingFang SC"/>
                <a:cs typeface="PingFang SC"/>
              </a:rPr>
              <a:t>避免误删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7C315C-9330-4394-9844-671F094B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15000"/>
            <a:ext cx="891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关键不是提醒更多，而是让“重点、时间、完成状态”始终可见。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C534EF-BE2B-4F59-BC0B-750B11D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 提醒事项、今日重点；src/components/TodoPanel.vue；src/state/todos.ts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14E628-79EE-4C84-B260-7B1C0E4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21828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C78E8-B616-4330-9C96-8F02C91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20A8F8-BCE3-433C-B203-966F51DD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E16B96-EB3D-4B2F-8568-F106A340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DATA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E4CC9-1921-49C4-99BE-D408B1DB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数据边界清楚：状态进 localStorage，原文资源进 IndexedDB，不需要后端。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35CFB-B115-4E0B-B22C-27B0A245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920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21CA8-6B17-45BE-B952-F789EC6B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用户操作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A07DA-9048-4489-B68D-9D6D6C9E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粘贴图片 / 编辑文本 / 拖拽排序 / 设置提醒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0BBFA-9D19-4637-BABD-F04BD297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FC30E-BF54-4367-B379-6855A0EF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14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BoardState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88824-829B-4227-ADD0-B888C421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标题、文本行、空间、提醒、快捷按钮、图片元数据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B62DA-F5B0-4C02-8B76-19DA878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AE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93DC1-5E1A-4BDA-A4B1-A5984BBB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localStorage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0A01A-1EDE-406B-B3BC-703C5E5F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384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mini-desk-state-v1</a:t>
            </a:r>
          </a:p>
          <a:p xmlns:a="http://schemas.openxmlformats.org/drawingml/2006/main">
            <a:pPr algn="l">
              <a:def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兼容 todo-board-state-v1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02920-ED67-48F6-8428-5A4BF86A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988CB-0FC2-443A-909C-FD1ED59C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IndexedDB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DBB4C-92B6-47A4-9C9A-84D3E311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mini-desk-images-v1</a:t>
            </a:r>
          </a:p>
          <a:p xmlns:a="http://schemas.openxmlformats.org/drawingml/2006/main">
            <a:pPr algn="l">
              <a:def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图片原文与自定义 GIF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E688C-4D3A-4F48-A57B-C3886B3C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5A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84901-25D4-4A9E-BAAF-FBD871DC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146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5AC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5ACB"/>
                </a:solidFill>
                <a:latin typeface="PingFang SC"/>
                <a:ea typeface="PingFang SC"/>
                <a:cs typeface="PingFang SC"/>
              </a:rPr>
              <a:t>导入 / 导出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48BEE-6AA8-437A-BD8F-770DE04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813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JSON 导出可包含图片与自定义 GIF 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6C271-5106-4DF1-BB9D-72091364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71775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7BB7C-0A41-40B5-AAD6-4D0541A8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71775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D17DE-EA5D-45B4-A4B0-2E7C8FBA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71775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62A90-7588-42BB-845A-1D40686F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95264-102A-463F-9BF6-96233E53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95261-BB16-45E4-A0C6-FA72F82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97917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81CCC-6D30-4160-9672-7E4A69D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默认无后端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4F0AD-E7DE-4673-BD98-4CB626FF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适合作为个人浏览器工作台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CBA96D-9ADE-4762-B202-742BE602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资源分层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81B21A-DC29-4108-9315-C54F1C05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24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大体积图片/GIF 不写入 localStorage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DB45C-0F84-4701-9954-41B96D70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向后兼容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EB808-E691-4159-B20B-4C5DCD5A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24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读取历史 todo-board-* 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68066C-0D55-47D9-B28C-EA20EF65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9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5AC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5ACB"/>
                </a:solidFill>
                <a:latin typeface="PingFang SC"/>
                <a:ea typeface="PingFang SC"/>
                <a:cs typeface="PingFang SC"/>
              </a:rPr>
              <a:t>站点数据边界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44D9CD-7DF7-47C6-AC70-A555999E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244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清空浏览器站点数据才会彻底清除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C1F6A9-5717-4C9F-8EB3-CCD14DDA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 数据位置；src/state/defaults.ts、storage.ts、images.ts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C2FC8E-9BA1-42A5-A46B-40D32A61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257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8B32BD-034E-49B8-A9B3-08DF618C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B8B150C-4EFD-4468-A59A-AA692C3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A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47907B-C255-4965-9F2F-9C7F34B7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SETTINGS &amp; SHORTCUTS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43AC9-61D3-4E9A-B16A-A06DD76C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524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设置和快捷键负责降低日常摩擦，移动端则明确提示回到桌面。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74AC8-A631-48D1-A3B8-06D6EE8F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ED17B-0ED2-4A5A-99BD-373473F6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设置菜单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711B3-FECD-4EAF-8FC1-00AE413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F8A82-1169-4271-98F0-C42DECC6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数据导入 / 导出 / 清空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40A10-5907-4FE7-B0B5-64C83251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34FC2-4829-44AA-88F1-22FBA34B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语言切换：中文与 English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BA17A-3B62-41BA-93DF-E3B5FEDD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6C59A-9D03-4285-AA29-A3D5629A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481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明暗主题与 GIF 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A1CC0-32AC-4B6B-B808-00EC6F2C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5A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1D3F4-5E0F-4DF2-A572-4BC8F764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624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帮助与快捷键、建议、关于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F8B29-0ACE-475E-9EB6-086A658E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724150" cy="33337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202831"/>
          </a:solidFill>
          <a:ln xmlns:a="http://schemas.openxmlformats.org/drawingml/2006/main" w="9525">
            <a:solidFill>
              <a:srgbClr val="20283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C96E2-5696-41CE-B3AC-5DD61CE0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47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高频快捷键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B58BA-B09F-4334-AEAB-BBC3734E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7655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9525">
            <a:solidFill>
              <a:srgbClr val="E8F2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B5EC8-212F-46A0-B642-7BB76A41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432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Ctrl+S 立即保存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65A21-6E83-4154-A65B-7F84DC16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909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EAF7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D9750-235F-4264-898F-5513E275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5757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Ctrl+V 粘贴图片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FC7A1-E77C-4D27-8F30-14A0CF4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052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FFF4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DE576-E6F3-470A-9645-780777E1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71925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6A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A6A00"/>
                </a:solidFill>
                <a:latin typeface="PingFang SC"/>
                <a:ea typeface="PingFang SC"/>
                <a:cs typeface="PingFang SC"/>
              </a:rPr>
              <a:t>Tab / Shift+Tab 缩进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DC208-11A3-4244-8A47-EDC5B524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19600"/>
            <a:ext cx="2209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ECFF"/>
          </a:solidFill>
          <a:ln xmlns:a="http://schemas.openxmlformats.org/drawingml/2006/main" w="9525">
            <a:solidFill>
              <a:srgbClr val="F2E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FE547-2B79-4E15-B1D7-72D20F37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86275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5AC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25ACB"/>
                </a:solidFill>
                <a:latin typeface="PingFang SC"/>
                <a:ea typeface="PingFang SC"/>
                <a:cs typeface="PingFang SC"/>
              </a:rPr>
              <a:t>Enter / Delete / Esc 预览操作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86F27-57FE-4F0B-BA1C-EE1AF64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2381250" cy="41529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eb5bd383f4188"/>
          <a:stretch xmlns:a="http://schemas.openxmlformats.org/drawingml/2006/main"/>
        </p:blipFill>
        <p:spPr>
          <a:xfrm xmlns:a="http://schemas.openxmlformats.org/drawingml/2006/main">
            <a:off x="8238109" y="1828800"/>
            <a:ext cx="1716531" cy="37147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5516F-E09D-431C-8CD0-72839708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717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移动端策略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F34560-04A0-4365-8925-3AECE783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14650"/>
            <a:ext cx="1066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不强行塞入完整看板，而是给出桌面端引导，保护核心体验。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74AB30-B7EF-4F39-9D8B-36285C57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 设置与反馈、快捷键、移动端说明；src/state/i18n.ts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7786F6-FABB-4FCD-BF76-9B933DB0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29563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A136C4-B49F-4AAC-996E-97AB5E33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B953DD-99A5-499E-8248-A3B8B6A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B503CC-032E-4B17-8E49-5A837669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8707B"/>
                </a:solidFill>
                <a:latin typeface="PingFang SC"/>
                <a:ea typeface="PingFang SC"/>
                <a:cs typeface="PingFang SC"/>
              </a:rPr>
              <a:t>GET STARTED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325B7-386E-49A8-AD2B-AD812C3B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上手策略：先放三类高频内容，再按节奏扩展空间与提醒列表。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80897-24C3-452F-920C-E70A5D6D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Day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67338-53ED-4C51-834D-FE3A6660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95500"/>
            <a:ext cx="666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5922F-B3E8-43DC-A189-84B7AD8F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43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放入 3 个快捷动作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DEBBA-E7FF-4B6F-8E93-D7F62551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线上站点、构建命令、常用文本。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4CF83-9AF5-40B8-B65F-AB3385ED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AE6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7AE60"/>
                </a:solidFill>
                <a:latin typeface="PingFang SC"/>
                <a:ea typeface="PingFang SC"/>
                <a:cs typeface="PingFang SC"/>
              </a:rPr>
              <a:t>Day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70D81-EF75-4149-B680-DCFB9079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19375"/>
            <a:ext cx="666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4F0A4-EFCA-4600-9791-63CCC4E7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669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用图床收集截图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FA040-2811-4CD7-92B7-987E3612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860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把临时视觉材料集中到左侧。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91110-F986-446A-8218-6DADAFA1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B84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2B84B"/>
                </a:solidFill>
                <a:latin typeface="PingFang SC"/>
                <a:ea typeface="PingFang SC"/>
                <a:cs typeface="PingFang SC"/>
              </a:rPr>
              <a:t>Day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07D82-5515-4973-94FA-52D09BD2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43250"/>
            <a:ext cx="666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9537E-7D31-4A40-8241-B8AC556A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建立今日重点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644F9-7306-4032-BFAA-31B3EA61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星标真正影响今天推进的事项。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80EC2-41DB-4A16-963A-FA34737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5AC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25ACB"/>
                </a:solidFill>
                <a:latin typeface="PingFang SC"/>
                <a:ea typeface="PingFang SC"/>
                <a:cs typeface="PingFang SC"/>
              </a:rPr>
              <a:t>Day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18E56-B1A7-4A0D-BB2D-B48450F3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67125"/>
            <a:ext cx="666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1E48C-6098-4B7F-B2F2-1F9BB214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1472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整理工作空间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A9D85-486E-4850-A3B9-C0A8996B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3377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用 Tab 分开项目、复盘和长期记录。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8084B-1C3C-46A1-BA40-F662D016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575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B5757"/>
                </a:solidFill>
                <a:latin typeface="PingFang SC"/>
                <a:ea typeface="PingFang SC"/>
                <a:cs typeface="PingFang SC"/>
              </a:rPr>
              <a:t>Day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15C34-0CEA-46E2-80A9-C7BB8358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91000"/>
            <a:ext cx="666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5DE25-6DB3-4C13-999B-210B9AFE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38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补齐工具配置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D9701-E59D-4D8F-9E56-155B119D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576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保留计算器、取色、编码和密码工具。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D09C5-34A7-45BE-A947-A53216C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Day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EBAD5D-70AF-4CA4-8C71-C91963F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14875"/>
            <a:ext cx="666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51F9F-0254-4EFE-9EE2-D8B51E6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做一次导出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4143F-197B-4691-A7FE-A11C43DD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815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确认本地数据能被备份和迁移。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3E72AB-6D05-4A86-B9E5-37CAEA8C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Day 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E713E-15C6-4A13-A969-F8A10F5A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38750"/>
            <a:ext cx="6667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B178B-0E0F-43A3-9F52-73EEF20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863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清理隐藏项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AADD1-FB2D-41A7-88F3-D441D1ED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054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8404A"/>
                </a:solidFill>
                <a:latin typeface="PingFang SC"/>
                <a:ea typeface="PingFang SC"/>
                <a:cs typeface="PingFang SC"/>
              </a:rPr>
              <a:t>删除不用的，隐藏低频的。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AEA81F-780A-4BE1-961B-14AA4A42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190750" cy="26860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202831"/>
          </a:solidFill>
          <a:ln xmlns:a="http://schemas.openxmlformats.org/drawingml/2006/main" w="9525">
            <a:solidFill>
              <a:srgbClr val="20283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A1D8E-C54A-4904-BF4C-848DAD66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维护准则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9B3AE-8FC0-4626-8811-04E380C8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1581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E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DEE5"/>
                </a:solidFill>
                <a:latin typeface="PingFang SC"/>
                <a:ea typeface="PingFang SC"/>
                <a:cs typeface="PingFang SC"/>
              </a:rPr>
              <a:t>新增功能优先放在 src/state 的类型化领域辅助逻辑，再由组件承接交互。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49B4F8-613B-49CE-B60D-8D8A9841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909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E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8DEE5"/>
                </a:solidFill>
                <a:latin typeface="PingFang SC"/>
                <a:ea typeface="PingFang SC"/>
                <a:cs typeface="PingFang SC"/>
              </a:rPr>
              <a:t>默认验证：npm test；涉及类型、构建或部署时再跑 npm run build。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0AB8BB-BF66-4087-8942-BBC4097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975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92027"/>
                </a:solidFill>
                <a:latin typeface="PingFang SC"/>
                <a:ea typeface="PingFang SC"/>
                <a:cs typeface="PingFang SC"/>
              </a:rPr>
              <a:t>Mini Desk 的产品边界很清楚：个人桌面、本地优先、低干扰执行。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633E16-BDB1-424E-882A-3EAD6E7D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来源：README.md 快速开始、测试与部署；AGENTS.md 开发约定；本页含使用建议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73F4E1-9A1D-472C-B02B-3F3560D8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008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8B837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0439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2026-06-09T14:06:08.7790000Z</dcterms:created>
  <dcterms:modified xsi:type="dcterms:W3CDTF">2026-06-09T14:06:08.7790000Z</dcterms:modified>
</coreProperties>
</file>